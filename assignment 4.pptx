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61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80" autoAdjust="0"/>
  </p:normalViewPr>
  <p:slideViewPr>
    <p:cSldViewPr>
      <p:cViewPr varScale="1">
        <p:scale>
          <a:sx n="83" d="100"/>
          <a:sy n="83" d="100"/>
        </p:scale>
        <p:origin x="-1464" y="-1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CE455-8C20-41E2-B1AB-E663E105707B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F60D-1268-4FC0-87A9-07AC58C62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2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6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0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0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5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5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4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3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5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07CF2-39DC-4C77-BDC0-96845886C86C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335AB-01AC-4C6E-973B-80B4FFE38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0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352801"/>
            <a:ext cx="7848600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Hypothesis </a:t>
            </a:r>
            <a:br>
              <a:rPr lang="en-US" dirty="0" smtClean="0"/>
            </a:br>
            <a:r>
              <a:rPr lang="en-US" dirty="0" smtClean="0"/>
              <a:t>of</a:t>
            </a:r>
            <a:br>
              <a:rPr lang="en-US" dirty="0" smtClean="0"/>
            </a:br>
            <a:r>
              <a:rPr lang="en-US" dirty="0" smtClean="0"/>
              <a:t> OPTIMUM NUTRITION WHEY PROTIEN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4114800"/>
            <a:ext cx="5943600" cy="19050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3352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565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304800"/>
            <a:ext cx="32766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Observed Data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27" y="1219548"/>
            <a:ext cx="7096574" cy="4906616"/>
          </a:xfrm>
        </p:spPr>
      </p:pic>
    </p:spTree>
    <p:extLst>
      <p:ext uri="{BB962C8B-B14F-4D97-AF65-F5344CB8AC3E}">
        <p14:creationId xmlns:p14="http://schemas.microsoft.com/office/powerpoint/2010/main" val="181231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ad from Optimum Nutrition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 progress of workout with consumption of optimum protein of a man ,</a:t>
            </a:r>
            <a:r>
              <a:rPr lang="en-US" dirty="0" smtClean="0"/>
              <a:t>Increases strength</a:t>
            </a:r>
            <a:r>
              <a:rPr lang="en-US" dirty="0" smtClean="0"/>
              <a:t>, </a:t>
            </a:r>
            <a:r>
              <a:rPr lang="en-US" dirty="0" smtClean="0"/>
              <a:t>Increases </a:t>
            </a:r>
            <a:r>
              <a:rPr lang="en-US" dirty="0" smtClean="0"/>
              <a:t>muscle gain, and helps to reduce body fat .</a:t>
            </a:r>
          </a:p>
          <a:p>
            <a:r>
              <a:rPr lang="en-US" dirty="0" smtClean="0"/>
              <a:t>By comparing two guys one consumes optimum protein and the other one is doing the progress without consuming the whey protein .</a:t>
            </a:r>
          </a:p>
          <a:p>
            <a:r>
              <a:rPr lang="en-US" dirty="0" smtClean="0"/>
              <a:t>They conveying that the rate of muscle gain </a:t>
            </a:r>
            <a:r>
              <a:rPr lang="en-US" dirty="0" smtClean="0"/>
              <a:t>of a individual ,who </a:t>
            </a:r>
            <a:r>
              <a:rPr lang="en-US" dirty="0" smtClean="0"/>
              <a:t>does the workout progress by consuming optimum protein is higher than the one who didn’t consume. And it also protects muscle loss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Now we are going to find whether it is true.(y)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835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 fontScale="90000"/>
          </a:bodyPr>
          <a:lstStyle/>
          <a:p>
            <a:r>
              <a:rPr lang="en-US" dirty="0"/>
              <a:t>Progress without consuming protein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044803"/>
              </p:ext>
            </p:extLst>
          </p:nvPr>
        </p:nvGraphicFramePr>
        <p:xfrm>
          <a:off x="457200" y="1600200"/>
          <a:ext cx="8153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  <a:gridCol w="1630680"/>
                <a:gridCol w="1630680"/>
              </a:tblGrid>
              <a:tr h="990600">
                <a:tc>
                  <a:txBody>
                    <a:bodyPr/>
                    <a:lstStyle/>
                    <a:p>
                      <a:r>
                        <a:rPr lang="en-US" dirty="0" smtClean="0"/>
                        <a:t>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Muscle Growth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Endurance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Fat loss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Muscle Loss</a:t>
                      </a:r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lang="en-US" dirty="0" smtClean="0"/>
                        <a:t>JAN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10.1lbs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</a:t>
                      </a:r>
                      <a:endParaRPr lang="en-US" dirty="0"/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rPr lang="en-US" dirty="0" smtClean="0"/>
                        <a:t>FEB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15.8lbs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870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with consuming protein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434014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Months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Muscle Growth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Endurance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Fat loss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Muscle Loss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JAN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34.5lbs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15.7%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</a:t>
                      </a:r>
                      <a:endParaRPr lang="en-US" dirty="0"/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r>
                        <a:rPr lang="en-US" dirty="0" smtClean="0"/>
                        <a:t>FEB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45.6lbs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10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HYPOTHESIS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Hypothesis for progress without consuming and a progress with consuming whey </a:t>
            </a:r>
            <a:r>
              <a:rPr lang="en-US" dirty="0" err="1" smtClean="0"/>
              <a:t>protien</a:t>
            </a:r>
            <a:endParaRPr lang="en-US" dirty="0" smtClean="0"/>
          </a:p>
          <a:p>
            <a:r>
              <a:rPr lang="en-US" dirty="0" smtClean="0"/>
              <a:t>The p value is p=0.04912</a:t>
            </a:r>
          </a:p>
          <a:p>
            <a:r>
              <a:rPr lang="en-US" dirty="0" smtClean="0"/>
              <a:t>Since 0.04912&lt;0.05</a:t>
            </a:r>
          </a:p>
          <a:p>
            <a:r>
              <a:rPr lang="en-US" dirty="0" smtClean="0"/>
              <a:t>Here in this case the P value is less than alpha</a:t>
            </a:r>
          </a:p>
          <a:p>
            <a:r>
              <a:rPr lang="en-US" dirty="0" smtClean="0"/>
              <a:t>So the hypothesis is accepted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507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 conclusion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We proved that </a:t>
            </a:r>
            <a:r>
              <a:rPr lang="en-US" dirty="0"/>
              <a:t>the rate of muscle gain </a:t>
            </a:r>
            <a:r>
              <a:rPr lang="en-US" dirty="0" smtClean="0"/>
              <a:t>of a individual who did </a:t>
            </a:r>
            <a:r>
              <a:rPr lang="en-US" dirty="0"/>
              <a:t>the workout progress by consuming optimum protein is higher than the one who didn’t consume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" r="3365"/>
          <a:stretch>
            <a:fillRect/>
          </a:stretch>
        </p:blipFill>
        <p:spPr>
          <a:xfrm>
            <a:off x="457200" y="609600"/>
            <a:ext cx="8077200" cy="4114800"/>
          </a:xfrm>
        </p:spPr>
      </p:pic>
    </p:spTree>
    <p:extLst>
      <p:ext uri="{BB962C8B-B14F-4D97-AF65-F5344CB8AC3E}">
        <p14:creationId xmlns:p14="http://schemas.microsoft.com/office/powerpoint/2010/main" val="4146937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224</Words>
  <Application>Microsoft Office PowerPoint</Application>
  <PresentationFormat>On-screen Show (4:3)</PresentationFormat>
  <Paragraphs>56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Hypothesis  of  OPTIMUM NUTRITION WHEY PROTIEN</vt:lpstr>
      <vt:lpstr>Observed Data </vt:lpstr>
      <vt:lpstr>The ad from Optimum Nutrition</vt:lpstr>
      <vt:lpstr>Progress without consuming protein  </vt:lpstr>
      <vt:lpstr>Progress with consuming protein </vt:lpstr>
      <vt:lpstr>HYPOTHESIS</vt:lpstr>
      <vt:lpstr>By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 of  OPTIMUM NUTRITION WHEY PROTIEN</dc:title>
  <dc:creator>Admin</dc:creator>
  <cp:lastModifiedBy>Admin</cp:lastModifiedBy>
  <cp:revision>14</cp:revision>
  <dcterms:created xsi:type="dcterms:W3CDTF">2022-03-22T01:34:34Z</dcterms:created>
  <dcterms:modified xsi:type="dcterms:W3CDTF">2022-03-27T06:20:17Z</dcterms:modified>
</cp:coreProperties>
</file>